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881A-257C-47BD-8D74-BE0D7F37C0C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4D6-D3B3-417A-9DB7-BCE36775EF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881A-257C-47BD-8D74-BE0D7F37C0C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4D6-D3B3-417A-9DB7-BCE36775EF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881A-257C-47BD-8D74-BE0D7F37C0C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4D6-D3B3-417A-9DB7-BCE36775EF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881A-257C-47BD-8D74-BE0D7F37C0C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4D6-D3B3-417A-9DB7-BCE36775EF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881A-257C-47BD-8D74-BE0D7F37C0C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4D6-D3B3-417A-9DB7-BCE36775EF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881A-257C-47BD-8D74-BE0D7F37C0C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4D6-D3B3-417A-9DB7-BCE36775EF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881A-257C-47BD-8D74-BE0D7F37C0C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4D6-D3B3-417A-9DB7-BCE36775EF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881A-257C-47BD-8D74-BE0D7F37C0C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4D6-D3B3-417A-9DB7-BCE36775EF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881A-257C-47BD-8D74-BE0D7F37C0C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4D6-D3B3-417A-9DB7-BCE36775EF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881A-257C-47BD-8D74-BE0D7F37C0C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4D6-D3B3-417A-9DB7-BCE36775EF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881A-257C-47BD-8D74-BE0D7F37C0C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4D6-D3B3-417A-9DB7-BCE36775EF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2881A-257C-47BD-8D74-BE0D7F37C0C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E8D4D6-D3B3-417A-9DB7-BCE36775EF2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40293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Social Monitor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15184"/>
            <a:ext cx="9144000" cy="2642616"/>
          </a:xfrm>
        </p:spPr>
        <p:txBody>
          <a:bodyPr>
            <a:normAutofit/>
          </a:bodyPr>
          <a:lstStyle/>
          <a:p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Platformă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Monitorizarea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Cazurilor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Sociale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Autori: Mihaila Claudiu, Monoranu Tudor, 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Rafa Ioana,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Vadean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Catalin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Grupa: 30243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Specializarea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Calculatoare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Contextul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Actual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Identificarea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Problemei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Context: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Societatea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include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grupuri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vulnerabile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vârstnici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persoane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dizabilități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care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depind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ajutor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extern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Lipsa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comunicării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între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instituții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Primării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/ONG)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voluntari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Monitorizare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ineficientă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bazată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telefon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hârtie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Timp lent de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reacție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în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situații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criză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Soluția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Propusă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centralizat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care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conectează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cererea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Beneficiarul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cu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oferta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Voluntarul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în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timp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real.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Arhitectura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Utilizatorilor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Administratorul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Asistenți sociali sau coordonatori ONG.</a:t>
            </a:r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Gestionează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baza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date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alocă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resurse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Voluntarul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sarcinile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Livrări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Vizite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Însoțire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Raportează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urgențe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actualizează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statusul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intervențiilor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Beneficiarul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s-E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Persoane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nivel </a:t>
            </a:r>
            <a:r>
              <a:rPr lang="es-E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scăzut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digitalizare.</a:t>
            </a: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Sunt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reprezentați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în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digital de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către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voluntari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(nu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folosesc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direct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aplicația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Obiective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Funcționale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Centralizare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Bază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date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istoricul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intervențiilor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profilurile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beneficiarilor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Monitorizare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în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Timp Real: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Urmărirea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fluxului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sarcini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Neatribuită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Preluată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În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Curs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Finalizată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Eficiență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Alocarea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voluntarilor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către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cazurile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urgente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Siguranță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dedicat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raportarea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urgențelor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din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390" y="0"/>
            <a:ext cx="10515600" cy="1325563"/>
          </a:xfrm>
        </p:spPr>
        <p:txBody>
          <a:bodyPr/>
          <a:p>
            <a:pPr algn="ctr"/>
            <a:r>
              <a:rPr lang="en-US" altLang="en-GB"/>
              <a:t>TASK-uri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280" y="1325880"/>
            <a:ext cx="12691110" cy="5363845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 altLang="en-GB"/>
              <a:t>1. Gestionare voluntari (Admin) -adaugare/listare/stergere voluntar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2. Gestionare beneficiari(Admin) -adaugare/editare/stergere beneficiar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3. Vizualizare beneficiari (Voluntar)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4. Gestionare interventii(Admin) -creare/listare/stergere interventie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5. Atribuire interventii c</a:t>
            </a:r>
            <a:r>
              <a:rPr lang="" altLang="en-US"/>
              <a:t>ă</a:t>
            </a:r>
            <a:r>
              <a:rPr lang="en-US" altLang="en-GB"/>
              <a:t>tre voluntari (Admin)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6. Vizualizare interventii atribuite (Voluntar)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7. Actualizare status interven</a:t>
            </a:r>
            <a:r>
              <a:rPr lang="" altLang="en-US"/>
              <a:t>ț</a:t>
            </a:r>
            <a:r>
              <a:rPr lang="en-US" altLang="en-GB"/>
              <a:t>ie (Voluntar)-preluata/InCurs/Finalizata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8. Raportare urgenta (Voluntar)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9. Vizualizare urgente (Admin &amp; Voluntar)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10. Programare vizite (Admin / Voluntar)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11. Evaluare voluntari (Admin)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12. Evaluare beneficiari (Voluntar)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      Provocări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</a:t>
            </a:r>
            <a:r>
              <a:rPr lang="en-US" dirty="0" err="1"/>
              <a:t>Inovatoare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289650"/>
            <a:ext cx="11001866" cy="3423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spAutoFit/>
          </a:bodyPr>
          <a:lstStyle/>
          <a:p>
            <a:pPr marL="514350" marR="0" lvl="0" indent="-51435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Provocarea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"Digital Divide":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Beneficiarii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nu pot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folosi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tehnologia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Soluția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Intermediere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digitală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voluntari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Inovație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- Feedback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Bidirecțional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evaluare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progresului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beneficiarului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după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fiecare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vizită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istoric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social/medical).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Flexibilitate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Tehnică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Arhitectură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modulară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Client-Server (React + Node.js)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permite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scalarea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ușoară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Interfață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adaptivă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în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funcție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(Admin vs.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Voluntar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	Concluzie </a:t>
            </a:r>
            <a:r>
              <a:rPr lang="" altLang="en-US"/>
              <a:t>ș</a:t>
            </a:r>
            <a:r>
              <a:rPr lang="en-US" altLang="en-GB"/>
              <a:t>i direc</a:t>
            </a:r>
            <a:r>
              <a:rPr lang="" altLang="en-US"/>
              <a:t>ț</a:t>
            </a:r>
            <a:r>
              <a:rPr lang="en-US" altLang="en-GB"/>
              <a:t>ii viitoare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Aplica</a:t>
            </a:r>
            <a:r>
              <a:rPr lang="" altLang="en-US"/>
              <a:t>ț</a:t>
            </a:r>
            <a:r>
              <a:rPr lang="en-US" altLang="en-GB"/>
              <a:t>ie func</a:t>
            </a:r>
            <a:r>
              <a:rPr lang="" altLang="en-US"/>
              <a:t>ț</a:t>
            </a:r>
            <a:r>
              <a:rPr lang="en-US" altLang="en-GB"/>
              <a:t>ional</a:t>
            </a:r>
            <a:r>
              <a:rPr lang="" altLang="en-US"/>
              <a:t>ă</a:t>
            </a:r>
            <a:r>
              <a:rPr lang="en-US" altLang="en-GB"/>
              <a:t>, orientat</a:t>
            </a:r>
            <a:r>
              <a:rPr lang="" altLang="en-US"/>
              <a:t>ă</a:t>
            </a:r>
            <a:r>
              <a:rPr lang="en-US" altLang="en-GB"/>
              <a:t> pe cazuri reale.</a:t>
            </a:r>
            <a:endParaRPr lang="en-US" altLang="en-GB"/>
          </a:p>
          <a:p>
            <a:endParaRPr lang="en-US" altLang="en-GB"/>
          </a:p>
          <a:p>
            <a:r>
              <a:rPr lang="" altLang="en-US"/>
              <a:t>Î</a:t>
            </a:r>
            <a:r>
              <a:rPr lang="en-US" altLang="en-GB"/>
              <a:t>mbun</a:t>
            </a:r>
            <a:r>
              <a:rPr lang="" altLang="en-US"/>
              <a:t>ă</a:t>
            </a:r>
            <a:r>
              <a:rPr lang="en-US" altLang="en-GB"/>
              <a:t>t</a:t>
            </a:r>
            <a:r>
              <a:rPr lang="" altLang="en-US"/>
              <a:t>ăț</a:t>
            </a:r>
            <a:r>
              <a:rPr lang="en-US" altLang="en-GB"/>
              <a:t>e</a:t>
            </a:r>
            <a:r>
              <a:rPr lang="" altLang="en-US"/>
              <a:t>ș</a:t>
            </a:r>
            <a:r>
              <a:rPr lang="en-US" altLang="en-GB"/>
              <a:t>te coordonarea </a:t>
            </a:r>
            <a:r>
              <a:rPr lang="" altLang="en-US"/>
              <a:t>ș</a:t>
            </a:r>
            <a:r>
              <a:rPr lang="en-US" altLang="en-GB"/>
              <a:t>i timpul de reac</a:t>
            </a:r>
            <a:r>
              <a:rPr lang="" altLang="en-US"/>
              <a:t>ț</a:t>
            </a:r>
            <a:r>
              <a:rPr lang="en-US" altLang="en-GB"/>
              <a:t>ie.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Posibile extinderi:</a:t>
            </a:r>
            <a:endParaRPr lang="en-US" altLang="en-GB"/>
          </a:p>
          <a:p>
            <a:pPr lvl="1"/>
            <a:r>
              <a:rPr lang="en-US" altLang="en-GB"/>
              <a:t>autentificare real</a:t>
            </a:r>
            <a:r>
              <a:rPr lang="" altLang="en-US"/>
              <a:t>ă</a:t>
            </a:r>
            <a:endParaRPr lang="" altLang="en-US"/>
          </a:p>
          <a:p>
            <a:pPr lvl="1"/>
            <a:r>
              <a:rPr lang="en-US" altLang="en-GB"/>
              <a:t>notific</a:t>
            </a:r>
            <a:r>
              <a:rPr lang="" altLang="en-US"/>
              <a:t>ă</a:t>
            </a:r>
            <a:r>
              <a:rPr lang="en-US" altLang="en-GB"/>
              <a:t>ri</a:t>
            </a:r>
            <a:endParaRPr lang="en-US" altLang="en-GB"/>
          </a:p>
          <a:p>
            <a:pPr lvl="1"/>
            <a:r>
              <a:rPr lang="en-US" altLang="en-GB"/>
              <a:t>rol ONG separat</a:t>
            </a:r>
            <a:endParaRPr lang="en-US" alt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2585</Words>
  <Application>WPS Presentation</Application>
  <PresentationFormat>Widescreen</PresentationFormat>
  <Paragraphs>87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Microsoft YaHei</vt:lpstr>
      <vt:lpstr>Arial Unicode MS</vt:lpstr>
      <vt:lpstr>Aptos Display</vt:lpstr>
      <vt:lpstr>Segoe UI Variable Display</vt:lpstr>
      <vt:lpstr>Aptos</vt:lpstr>
      <vt:lpstr>Segoe UI</vt:lpstr>
      <vt:lpstr>Calibri</vt:lpstr>
      <vt:lpstr>Office Theme</vt:lpstr>
      <vt:lpstr>Social Monitor </vt:lpstr>
      <vt:lpstr>Contextul Actual și Identificarea Problemei</vt:lpstr>
      <vt:lpstr>Arhitectura Utilizatorilor</vt:lpstr>
      <vt:lpstr>Obiective Funcționale</vt:lpstr>
      <vt:lpstr>PowerPoint 演示文稿</vt:lpstr>
      <vt:lpstr>Provocări și Elemente Inovatoare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Tudor Eduard Monoranu</dc:creator>
  <cp:lastModifiedBy>User</cp:lastModifiedBy>
  <cp:revision>10</cp:revision>
  <dcterms:created xsi:type="dcterms:W3CDTF">2026-01-19T19:37:00Z</dcterms:created>
  <dcterms:modified xsi:type="dcterms:W3CDTF">2026-01-20T07:23:40Z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2026-01-19T19:48:07Z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25d9dad5-badc-4a11-bb08-ce12819ce9d6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  <property fmtid="{D5CDD505-2E9C-101B-9397-08002B2CF9AE}" pid="10" name="ICV">
    <vt:lpwstr>452250F4B9564363ABB5CF1D480A6C85_12</vt:lpwstr>
  </property>
  <property fmtid="{D5CDD505-2E9C-101B-9397-08002B2CF9AE}" pid="11" name="KSOProductBuildVer">
    <vt:lpwstr>2057-12.2.0.23197</vt:lpwstr>
  </property>
</Properties>
</file>